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7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50" d="100"/>
          <a:sy n="50" d="100"/>
        </p:scale>
        <p:origin x="-1476" y="-480"/>
      </p:cViewPr>
      <p:guideLst>
        <p:guide orient="horz" pos="213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1885950"/>
            <a:ext cx="6248400" cy="4748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college bus tracking system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  transportation and logistics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: Runtime Rebels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19218"/>
            <a:ext cx="3204000" cy="365125"/>
          </a:xfrm>
        </p:spPr>
        <p:txBody>
          <a:bodyPr wrap="square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sym typeface="+mn-ea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30408" y="25669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en-IN" sz="1200" dirty="0">
                <a:latin typeface="Arial Rounded MT Bold" panose="020F0704030504030204" charset="0"/>
                <a:cs typeface="Arial Rounded MT Bold" panose="020F0704030504030204" charset="0"/>
              </a:rPr>
              <a:t>Runtime Rebel</a:t>
            </a:r>
            <a:endParaRPr lang="en-US" altLang="en-IN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685800" y="572897"/>
            <a:ext cx="10241280" cy="4914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43769"/>
                </a:solidFill>
                <a:latin typeface="Aptos"/>
              </a:defRPr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325880"/>
            <a:ext cx="516636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ectangle 15364"/>
          <p:cNvSpPr/>
          <p:nvPr/>
        </p:nvSpPr>
        <p:spPr>
          <a:xfrm>
            <a:off x="502920" y="1325880"/>
            <a:ext cx="64008" cy="2331720"/>
          </a:xfrm>
          <a:prstGeom prst="rect">
            <a:avLst/>
          </a:prstGeom>
          <a:solidFill>
            <a:srgbClr val="2D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04088" y="1490472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Problems Students Face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04088" y="1892807"/>
            <a:ext cx="4818888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No live bus location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Unnecessary waiting at stops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No clear arrival / delay information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Difficulty monitoring buses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897880" y="1325880"/>
            <a:ext cx="5486400" cy="2331720"/>
          </a:xfrm>
          <a:prstGeom prst="roundRect">
            <a:avLst/>
          </a:prstGeom>
          <a:solidFill>
            <a:srgbClr val="F4F2FF"/>
          </a:solidFill>
          <a:ln>
            <a:solidFill>
              <a:srgbClr val="DAD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6172200" y="1572768"/>
            <a:ext cx="4937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573FC8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172200" y="196596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43769"/>
                </a:solidFill>
                <a:latin typeface="Aptos"/>
              </a:defRPr>
            </a:pPr>
            <a:r>
              <a:t>A GPS-based system that shows the bus's current location and estimated arrival time to students.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85800" y="3977639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t>WHY IT IS DIFFERENT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685800" y="4498848"/>
            <a:ext cx="2514600" cy="384048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685800" y="4507992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3769"/>
                </a:solidFill>
                <a:latin typeface="Aptos"/>
              </a:defRPr>
            </a:pPr>
            <a:r>
              <a:t>Live location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566160" y="4498848"/>
            <a:ext cx="2514600" cy="384048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3566160" y="4507992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3769"/>
                </a:solidFill>
                <a:latin typeface="Aptos"/>
              </a:defRPr>
            </a:pPr>
            <a:r>
              <a:t>Less waiting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685800" y="5065776"/>
            <a:ext cx="2514600" cy="384048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685800" y="5074920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3769"/>
                </a:solidFill>
                <a:latin typeface="Aptos"/>
              </a:defRPr>
            </a:pPr>
            <a:r>
              <a:t>Simple interface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566160" y="5065776"/>
            <a:ext cx="2514600" cy="384048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3566160" y="5074920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3769"/>
                </a:solidFill>
                <a:latin typeface="Aptos"/>
              </a:defRPr>
            </a:pPr>
            <a:r>
              <a:t>Future SOS alerts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0292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5F6473"/>
                </a:solidFill>
                <a:latin typeface="Aptos"/>
              </a:defRPr>
            </a:pPr>
            <a:r>
              <a:t>[YOUR TEAM NAME]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740664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50" b="0">
                <a:solidFill>
                  <a:srgbClr val="5F6473"/>
                </a:solidFill>
                <a:latin typeface="Aptos"/>
              </a:defRPr>
            </a:pPr>
            <a:r>
              <a:t>SMART INDIA HACKATHON 2025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98390" y="6419218"/>
            <a:ext cx="3204000" cy="365125"/>
          </a:xfrm>
        </p:spPr>
        <p:txBody>
          <a:bodyPr wrap="square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sym typeface="+mn-ea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en-IN" sz="1200" dirty="0"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Runtime Rebel</a:t>
            </a:r>
            <a:endParaRPr lang="en-US" altLang="en-IN" sz="1200" dirty="0">
              <a:latin typeface="Arial Rounded MT Bold" panose="020F0704030504030204" charset="0"/>
              <a:cs typeface="Arial Rounded MT Bold" panose="020F0704030504030204" charset="0"/>
              <a:sym typeface="+mn-ea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444627"/>
            <a:ext cx="10241280" cy="4914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4376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325880"/>
            <a:ext cx="3749039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02920" y="1325880"/>
            <a:ext cx="64008" cy="2057400"/>
          </a:xfrm>
          <a:prstGeom prst="rect">
            <a:avLst/>
          </a:prstGeom>
          <a:solidFill>
            <a:srgbClr val="57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04088" y="1490472"/>
            <a:ext cx="342899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4088" y="1892807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C / C++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MySQL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GPS / location service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Map + app interface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3584448"/>
            <a:ext cx="3566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40080" y="4096512"/>
            <a:ext cx="960120" cy="384048"/>
          </a:xfrm>
          <a:prstGeom prst="roundRect">
            <a:avLst/>
          </a:prstGeom>
          <a:solidFill>
            <a:srgbClr val="F3F6FC"/>
          </a:solidFill>
          <a:ln>
            <a:solidFill>
              <a:srgbClr val="F3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4105656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D5FAF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627631" y="4096512"/>
            <a:ext cx="2011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4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874519" y="4096512"/>
            <a:ext cx="960120" cy="384048"/>
          </a:xfrm>
          <a:prstGeom prst="roundRect">
            <a:avLst/>
          </a:prstGeom>
          <a:solidFill>
            <a:srgbClr val="F3F6FC"/>
          </a:solidFill>
          <a:ln>
            <a:solidFill>
              <a:srgbClr val="F3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1874519" y="4105656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573FC8"/>
                </a:solidFill>
                <a:latin typeface="Aptos"/>
              </a:defRPr>
            </a:pPr>
            <a:r>
              <a:t>GPS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862071" y="4096512"/>
            <a:ext cx="2011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4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108959" y="4096512"/>
            <a:ext cx="960120" cy="384048"/>
          </a:xfrm>
          <a:prstGeom prst="roundRect">
            <a:avLst/>
          </a:prstGeom>
          <a:solidFill>
            <a:srgbClr val="F3F6FC"/>
          </a:solidFill>
          <a:ln>
            <a:solidFill>
              <a:srgbClr val="F3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108959" y="4105656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3769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096511" y="4096512"/>
            <a:ext cx="2011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4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343399" y="4096512"/>
            <a:ext cx="960120" cy="384048"/>
          </a:xfrm>
          <a:prstGeom prst="roundRect">
            <a:avLst/>
          </a:prstGeom>
          <a:solidFill>
            <a:srgbClr val="F3F6FC"/>
          </a:solidFill>
          <a:ln>
            <a:solidFill>
              <a:srgbClr val="F3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343399" y="4105656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915F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330951" y="4096512"/>
            <a:ext cx="2011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4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577839" y="4096512"/>
            <a:ext cx="1143000" cy="384048"/>
          </a:xfrm>
          <a:prstGeom prst="roundRect">
            <a:avLst/>
          </a:prstGeom>
          <a:solidFill>
            <a:srgbClr val="F3F6FC"/>
          </a:solidFill>
          <a:ln>
            <a:solidFill>
              <a:srgbClr val="F3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577839" y="4105656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D5FAF"/>
                </a:solidFill>
                <a:latin typeface="Aptos"/>
              </a:defRPr>
            </a:pPr>
            <a:r>
              <a:t>STUDENT</a:t>
            </a:r>
          </a:p>
        </p:txBody>
      </p:sp>
      <p:pic>
        <p:nvPicPr>
          <p:cNvPr id="17431" name="Picture 17430" descr="a_clean_flat_ui_ux_mobile_app_promotional_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6537960" cy="452628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50292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5F6473"/>
                </a:solidFill>
                <a:latin typeface="Aptos"/>
              </a:defRPr>
            </a:pPr>
            <a:r>
              <a:t>[YOUR TEAM NAME]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40664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50" b="0">
                <a:solidFill>
                  <a:srgbClr val="5F6473"/>
                </a:solidFill>
                <a:latin typeface="Aptos"/>
              </a:defRPr>
            </a:pPr>
            <a:r>
              <a:t>SMART INDIA HACKATHON 2025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48428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sym typeface="+mn-ea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en-IN" sz="1200" dirty="0">
                <a:latin typeface="Arial Rounded MT Bold" panose="020F0704030504030204" charset="0"/>
                <a:cs typeface="Arial Rounded MT Bold" panose="020F0704030504030204" charset="0"/>
              </a:rPr>
              <a:t>Runtime</a:t>
            </a:r>
            <a:endParaRPr lang="en-US" altLang="en-IN" sz="1200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n-IN" sz="1200" dirty="0">
                <a:latin typeface="Arial Rounded MT Bold" panose="020F0704030504030204" charset="0"/>
                <a:cs typeface="Arial Rounded MT Bold" panose="020F0704030504030204" charset="0"/>
              </a:rPr>
              <a:t>rebels</a:t>
            </a:r>
            <a:endParaRPr lang="en-US" altLang="en-IN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514477"/>
            <a:ext cx="10241280" cy="4914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4376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325880"/>
            <a:ext cx="342900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02920" y="1325880"/>
            <a:ext cx="64008" cy="3337560"/>
          </a:xfrm>
          <a:prstGeom prst="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04088" y="1490472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Feasible Because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4088" y="1892807"/>
            <a:ext cx="3081528" cy="82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450" b="0">
                <a:solidFill>
                  <a:srgbClr val="23232D"/>
                </a:solidFill>
                <a:latin typeface="Aptos"/>
              </a:defRPr>
            </a:pPr>
            <a:r>
              <a:rPr lang="en-US"/>
              <a:t>easy availability of GPS and mobile netwrok</a:t>
            </a:r>
            <a:endParaRPr lang="en-US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450" b="0">
                <a:solidFill>
                  <a:srgbClr val="23232D"/>
                </a:solidFill>
                <a:latin typeface="Aptos"/>
              </a:defRPr>
            </a:pPr>
            <a:r>
              <a:rPr lang="en-US"/>
              <a:t>minimal hardware required</a:t>
            </a:r>
            <a:endParaRPr lang="en-US"/>
          </a:p>
        </p:txBody>
      </p:sp>
      <p:sp>
        <p:nvSpPr>
          <p:cNvPr id="17416" name="Rounded Rectangle 17415"/>
          <p:cNvSpPr/>
          <p:nvPr/>
        </p:nvSpPr>
        <p:spPr>
          <a:xfrm>
            <a:off x="4114800" y="1325880"/>
            <a:ext cx="342900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4114800" y="1325880"/>
            <a:ext cx="64008" cy="3337560"/>
          </a:xfrm>
          <a:prstGeom prst="rect">
            <a:avLst/>
          </a:prstGeom>
          <a:solidFill>
            <a:srgbClr val="2D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315968" y="1490472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Key Risks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316095" y="1892935"/>
            <a:ext cx="3081655" cy="1535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</a:t>
            </a:r>
            <a:r>
              <a:rPr lang="en-US"/>
              <a:t>  </a:t>
            </a:r>
            <a:r>
              <a:t> Internet connectivity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</a:t>
            </a:r>
            <a:r>
              <a:rPr lang="en-US"/>
              <a:t>  </a:t>
            </a:r>
            <a:r>
              <a:t> GPS accuracy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</a:t>
            </a:r>
            <a:r>
              <a:rPr lang="en-US"/>
              <a:t>  </a:t>
            </a:r>
            <a:r>
              <a:t>Data privacy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</a:p>
        </p:txBody>
      </p:sp>
      <p:sp>
        <p:nvSpPr>
          <p:cNvPr id="17420" name="Rounded Rectangle 17419"/>
          <p:cNvSpPr/>
          <p:nvPr/>
        </p:nvSpPr>
        <p:spPr>
          <a:xfrm>
            <a:off x="7726679" y="1325880"/>
            <a:ext cx="342900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7726679" y="1325880"/>
            <a:ext cx="64008" cy="3337560"/>
          </a:xfrm>
          <a:prstGeom prst="rect">
            <a:avLst/>
          </a:prstGeom>
          <a:solidFill>
            <a:srgbClr val="57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927848" y="1490472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927848" y="1892807"/>
            <a:ext cx="3081528" cy="117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Keep last known location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Use reliable GPS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  <a:r>
              <a:t>• Secure user data</a:t>
            </a:r>
          </a:p>
          <a:p>
            <a:pPr>
              <a:spcAft>
                <a:spcPts val="500"/>
              </a:spcAft>
              <a:defRPr sz="1450" b="0">
                <a:solidFill>
                  <a:srgbClr val="23232D"/>
                </a:solidFill>
                <a:latin typeface="Aptos"/>
              </a:defRPr>
            </a:pPr>
          </a:p>
        </p:txBody>
      </p:sp>
      <p:sp>
        <p:nvSpPr>
          <p:cNvPr id="17424" name="TextBox 17423"/>
          <p:cNvSpPr txBox="1"/>
          <p:nvPr/>
        </p:nvSpPr>
        <p:spPr>
          <a:xfrm>
            <a:off x="685800" y="5043488"/>
            <a:ext cx="1005840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43769"/>
                </a:solidFill>
                <a:latin typeface="Aptos"/>
              </a:defRPr>
            </a:pP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5F6473"/>
                </a:solidFill>
                <a:latin typeface="Aptos"/>
              </a:defRPr>
            </a:pPr>
            <a:r>
              <a:t>[YOUR TEAM NAME]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40664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50" b="0">
                <a:solidFill>
                  <a:srgbClr val="5F6473"/>
                </a:solidFill>
                <a:latin typeface="Aptos"/>
              </a:defRPr>
            </a:pPr>
            <a:r>
              <a:t>SMART INDIA HACKATHON 2025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92980" y="642239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sym typeface="+mn-ea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en-IN" sz="1200" dirty="0">
                <a:latin typeface="Arial Rounded MT Bold" panose="020F0704030504030204" charset="0"/>
                <a:cs typeface="Arial Rounded MT Bold" panose="020F0704030504030204" charset="0"/>
              </a:rPr>
              <a:t>Runtime Rebels</a:t>
            </a:r>
            <a:endParaRPr lang="en-US" altLang="en-IN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444627"/>
            <a:ext cx="10241280" cy="4914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4376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600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868680" y="1812072"/>
            <a:ext cx="14173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73FC8"/>
                </a:solidFill>
                <a:latin typeface="Aptos"/>
              </a:defRPr>
            </a:pPr>
            <a:r>
              <a:rPr dirty="0"/>
              <a:t>TIME</a:t>
            </a:r>
            <a:endParaRPr dirty="0"/>
          </a:p>
        </p:txBody>
      </p:sp>
      <p:sp>
        <p:nvSpPr>
          <p:cNvPr id="17414" name="TextBox 17413"/>
          <p:cNvSpPr txBox="1"/>
          <p:nvPr/>
        </p:nvSpPr>
        <p:spPr>
          <a:xfrm>
            <a:off x="1577340" y="2103120"/>
            <a:ext cx="3246120" cy="614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Real-time bus location.</a:t>
            </a:r>
            <a:endParaRPr lang="en-US"/>
          </a:p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less waiting at stops.</a:t>
            </a:r>
            <a:endParaRPr lang="en-US"/>
          </a:p>
        </p:txBody>
      </p:sp>
      <p:sp>
        <p:nvSpPr>
          <p:cNvPr id="17415" name="Rounded Rectangle 17414"/>
          <p:cNvSpPr/>
          <p:nvPr/>
        </p:nvSpPr>
        <p:spPr>
          <a:xfrm>
            <a:off x="6080760" y="1600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309360" y="182880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73FC8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575683" y="2098065"/>
            <a:ext cx="3246120" cy="614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better journey visibilty</a:t>
            </a:r>
            <a:endParaRPr lang="en-US"/>
          </a:p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parent awareness</a:t>
            </a:r>
            <a:endParaRPr lang="en-US"/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3520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68680" y="3749039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73FC8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623060" y="4026694"/>
            <a:ext cx="3246120" cy="614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delay identification</a:t>
            </a:r>
            <a:endParaRPr lang="en-US"/>
          </a:p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better route planing</a:t>
            </a:r>
            <a:endParaRPr lang="en-US"/>
          </a:p>
        </p:txBody>
      </p:sp>
      <p:sp>
        <p:nvSpPr>
          <p:cNvPr id="17421" name="Rounded Rectangle 17420"/>
          <p:cNvSpPr/>
          <p:nvPr/>
        </p:nvSpPr>
        <p:spPr>
          <a:xfrm>
            <a:off x="6080760" y="3520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309359" y="3752254"/>
            <a:ext cx="196207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73FC8"/>
                </a:solidFill>
                <a:latin typeface="Aptos"/>
              </a:defRPr>
            </a:pPr>
            <a:r>
              <a:rPr dirty="0"/>
              <a:t>CONVENIENCE</a:t>
            </a:r>
            <a:endParaRPr dirty="0"/>
          </a:p>
        </p:txBody>
      </p:sp>
      <p:sp>
        <p:nvSpPr>
          <p:cNvPr id="17423" name="TextBox 17422"/>
          <p:cNvSpPr txBox="1"/>
          <p:nvPr/>
        </p:nvSpPr>
        <p:spPr>
          <a:xfrm>
            <a:off x="7498080" y="4146308"/>
            <a:ext cx="3246120" cy="614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Simple live tracking</a:t>
            </a:r>
            <a:endParaRPr lang="en-US"/>
          </a:p>
          <a:p>
            <a:pPr algn="l">
              <a:defRPr sz="1700" b="1">
                <a:solidFill>
                  <a:srgbClr val="143769"/>
                </a:solidFill>
                <a:latin typeface="Aptos"/>
              </a:defRPr>
            </a:pPr>
            <a:r>
              <a:rPr lang="en-US"/>
              <a:t>arrival notifications</a:t>
            </a:r>
            <a:endParaRPr lang="en-US"/>
          </a:p>
        </p:txBody>
      </p:sp>
      <p:sp>
        <p:nvSpPr>
          <p:cNvPr id="17424" name="TextBox 17423"/>
          <p:cNvSpPr txBox="1"/>
          <p:nvPr/>
        </p:nvSpPr>
        <p:spPr>
          <a:xfrm>
            <a:off x="822960" y="53492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50" b="1">
                <a:solidFill>
                  <a:srgbClr val="5F6473"/>
                </a:solidFill>
                <a:latin typeface="Aptos"/>
              </a:defRPr>
            </a:pPr>
            <a:r>
              <a:t>Target users: Students • Parents • Drivers • College Administration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5F6473"/>
                </a:solidFill>
                <a:latin typeface="Aptos"/>
              </a:defRPr>
            </a:pPr>
            <a:r>
              <a:t>[YOUR TEAM NAME]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40664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50" b="0">
                <a:solidFill>
                  <a:srgbClr val="5F6473"/>
                </a:solidFill>
                <a:latin typeface="Aptos"/>
              </a:defRPr>
            </a:pPr>
            <a:r>
              <a:t>SMART INDIA HACKATHON 2025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66310" y="6492878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sym typeface="+mn-ea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43108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altLang="en-IN" sz="1200" dirty="0">
                <a:latin typeface="Arial Rounded MT Bold" panose="020F0704030504030204" charset="0"/>
                <a:cs typeface="Arial Rounded MT Bold" panose="020F0704030504030204" charset="0"/>
              </a:rPr>
              <a:t>Runtime Rebelss</a:t>
            </a:r>
            <a:endParaRPr lang="en-US" altLang="en-IN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444627"/>
            <a:ext cx="10241280" cy="4914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4376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REFERENCES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685800" y="1371600"/>
            <a:ext cx="52120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685800" y="1371600"/>
            <a:ext cx="64008" cy="3566160"/>
          </a:xfrm>
          <a:prstGeom prst="rect">
            <a:avLst/>
          </a:prstGeom>
          <a:solidFill>
            <a:srgbClr val="2D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886968" y="1536192"/>
            <a:ext cx="4892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Research Areas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86968" y="1938528"/>
            <a:ext cx="486460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GPS-based vehicle tracking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College transport systems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C / C++ programming concepts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MySQL database concepts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Digital maps and location services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26480" y="1371600"/>
            <a:ext cx="507492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6126480" y="1371600"/>
            <a:ext cx="64008" cy="3566160"/>
          </a:xfrm>
          <a:prstGeom prst="rect">
            <a:avLst/>
          </a:prstGeom>
          <a:solidFill>
            <a:srgbClr val="57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327648" y="1536192"/>
            <a:ext cx="4754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3769"/>
                </a:solidFill>
                <a:latin typeface="Aptos"/>
              </a:defRPr>
            </a:pPr>
            <a:r>
              <a:t>References Used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19088" y="1938528"/>
            <a:ext cx="4727448" cy="17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Classroom / lab learning resources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GPS and database documentation</a:t>
            </a: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</a:t>
            </a:r>
            <a:r>
              <a:rPr lang="en-US"/>
              <a:t>N</a:t>
            </a:r>
            <a:r>
              <a:rPr lang="en-US">
                <a:sym typeface="+mn-ea"/>
              </a:rPr>
              <a:t>ashik city bus app</a:t>
            </a:r>
            <a:endParaRPr lang="en-US">
              <a:sym typeface="+mn-ea"/>
            </a:endParaRPr>
          </a:p>
          <a:p>
            <a:pPr>
              <a:spcAft>
                <a:spcPts val="500"/>
              </a:spcAft>
              <a:defRPr sz="1500" b="0">
                <a:solidFill>
                  <a:srgbClr val="23232D"/>
                </a:solidFill>
                <a:latin typeface="Aptos"/>
              </a:defRPr>
            </a:pPr>
            <a:r>
              <a:t>• SIH Idea Presentation Template</a:t>
            </a:r>
          </a:p>
          <a:p>
            <a:pPr marL="0" indent="0">
              <a:spcAft>
                <a:spcPts val="500"/>
              </a:spcAft>
              <a:buFont typeface="Arial" panose="020B0604020202020204" pitchFamily="34" charset="0"/>
              <a:buNone/>
              <a:defRPr sz="1500" b="0">
                <a:solidFill>
                  <a:srgbClr val="23232D"/>
                </a:solidFill>
                <a:latin typeface="Aptos"/>
              </a:defRPr>
            </a:pPr>
          </a:p>
          <a:p>
            <a:pPr marL="0" indent="0">
              <a:spcAft>
                <a:spcPts val="500"/>
              </a:spcAft>
              <a:buFont typeface="Arial" panose="020B0604020202020204" pitchFamily="34" charset="0"/>
              <a:buNone/>
              <a:defRPr sz="1500" b="0">
                <a:solidFill>
                  <a:srgbClr val="23232D"/>
                </a:solidFill>
                <a:latin typeface="Aptos"/>
              </a:defRPr>
            </a:pPr>
            <a:endParaRPr lang="en-US"/>
          </a:p>
        </p:txBody>
      </p:sp>
      <p:sp>
        <p:nvSpPr>
          <p:cNvPr id="17420" name="TextBox 17419"/>
          <p:cNvSpPr txBox="1"/>
          <p:nvPr/>
        </p:nvSpPr>
        <p:spPr>
          <a:xfrm>
            <a:off x="1005840" y="5401628"/>
            <a:ext cx="987552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F6473"/>
                </a:solidFill>
                <a:latin typeface="Aptos"/>
              </a:defRPr>
            </a:pP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5F6473"/>
                </a:solidFill>
                <a:latin typeface="Aptos"/>
              </a:defRPr>
            </a:pPr>
            <a:r>
              <a:t>[YOUR TEAM NAME]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406640" y="6419088"/>
            <a:ext cx="3840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50" b="0">
                <a:solidFill>
                  <a:srgbClr val="5F6473"/>
                </a:solidFill>
                <a:latin typeface="Aptos"/>
              </a:defRPr>
            </a:pPr>
            <a:r>
              <a:t>SMART INDIA HACKATHON 2025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1956</Words>
  <Application>WPS Presentation</Application>
  <PresentationFormat>Widescreen</PresentationFormat>
  <Paragraphs>184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Arial Rounded MT Bold</vt:lpstr>
      <vt:lpstr>Aptos</vt:lpstr>
      <vt:lpstr>Segoe UI</vt:lpstr>
      <vt:lpstr>Calibri</vt:lpstr>
      <vt:lpstr>Microsoft YaHei</vt:lpstr>
      <vt:lpstr>Arial Unicode MS</vt:lpstr>
      <vt:lpstr>Office Theme</vt:lpstr>
      <vt:lpstr>SMART INDIA HACKATHON 2026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Kishor Pawar</cp:lastModifiedBy>
  <cp:revision>158</cp:revision>
  <dcterms:created xsi:type="dcterms:W3CDTF">2013-12-12T18:46:00Z</dcterms:created>
  <dcterms:modified xsi:type="dcterms:W3CDTF">2026-08-30T15:15:59Z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FFDDEF29F8BA43F185D64CA91CDA52BB_13</vt:lpwstr>
  </property>
  <property fmtid="{D5CDD505-2E9C-101B-9397-08002B2CF9AE}" pid="3" name="KSOProductBuildVer">
    <vt:lpwstr>1033-12.1.0.27458</vt:lpwstr>
  </property>
</Properties>
</file>